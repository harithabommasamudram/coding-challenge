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756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dirty="0"/>
              <a:t>Customer Demographics:</a:t>
            </a:r>
          </a:p>
          <a:p>
            <a:r>
              <a:rPr lang="en-US" dirty="0"/>
              <a:t> </a:t>
            </a:r>
            <a:r>
              <a:rPr dirty="0"/>
              <a:t>Majority in 31–50 age group</a:t>
            </a:r>
          </a:p>
          <a:p>
            <a:r>
              <a:rPr lang="en-US" dirty="0"/>
              <a:t> </a:t>
            </a:r>
            <a:r>
              <a:rPr dirty="0"/>
              <a:t>Balanced gender distribution</a:t>
            </a:r>
          </a:p>
          <a:p>
            <a:r>
              <a:rPr dirty="0"/>
              <a:t> Savings accounts preferred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Financial Behavior:</a:t>
            </a:r>
          </a:p>
          <a:p>
            <a:r>
              <a:rPr dirty="0"/>
              <a:t>Many customers have low balances (&lt;5000)</a:t>
            </a:r>
          </a:p>
          <a:p>
            <a:r>
              <a:rPr dirty="0"/>
              <a:t>Opportunity for cross-selling</a:t>
            </a:r>
          </a:p>
          <a:p>
            <a:endParaRPr dirty="0"/>
          </a:p>
          <a:p>
            <a:r>
              <a:rPr dirty="0"/>
              <a:t>Key Insight:</a:t>
            </a:r>
          </a:p>
          <a:p>
            <a:r>
              <a:rPr dirty="0"/>
              <a:t>Mid-age customers drive revenue and should be targeted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/>
              <a:t>Transaction Trends:</a:t>
            </a:r>
          </a:p>
          <a:p>
            <a:r>
              <a:rPr dirty="0"/>
              <a:t> Consistent monthly activity</a:t>
            </a:r>
          </a:p>
          <a:p>
            <a:r>
              <a:rPr dirty="0"/>
              <a:t>Credit transactions dominate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Day-wise Analysis:</a:t>
            </a:r>
          </a:p>
          <a:p>
            <a:r>
              <a:rPr dirty="0"/>
              <a:t> Certain days show higher activity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Customer Behavior:</a:t>
            </a:r>
          </a:p>
          <a:p>
            <a:r>
              <a:rPr dirty="0"/>
              <a:t> Few customers contribute high volume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Key Insight:</a:t>
            </a:r>
          </a:p>
          <a:p>
            <a:r>
              <a:rPr lang="en-US" dirty="0"/>
              <a:t> </a:t>
            </a:r>
            <a:r>
              <a:rPr dirty="0"/>
              <a:t>Stable patterns with optimization opportunities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Loan &amp; Profitability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/>
              <a:t>Loan Performance:</a:t>
            </a:r>
          </a:p>
          <a:p>
            <a:r>
              <a:rPr dirty="0"/>
              <a:t>- Default Rate = 0%</a:t>
            </a:r>
          </a:p>
          <a:p>
            <a:r>
              <a:rPr dirty="0"/>
              <a:t>- Data missing → 'Unknown'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Customer Profitability:</a:t>
            </a:r>
          </a:p>
          <a:p>
            <a:r>
              <a:rPr dirty="0"/>
              <a:t>- Top customers drive revenue</a:t>
            </a:r>
          </a:p>
          <a:p>
            <a:r>
              <a:rPr dirty="0"/>
              <a:t>- High variation across customers</a:t>
            </a:r>
          </a:p>
          <a:p>
            <a:endParaRPr dirty="0"/>
          </a:p>
          <a:p>
            <a:r>
              <a:rPr dirty="0"/>
              <a:t>What-if Analysis:</a:t>
            </a:r>
          </a:p>
          <a:p>
            <a:r>
              <a:rPr dirty="0"/>
              <a:t>- Revenue increases with interest rates</a:t>
            </a:r>
          </a:p>
          <a:p>
            <a:endParaRPr dirty="0"/>
          </a:p>
          <a:p>
            <a:r>
              <a:rPr dirty="0"/>
              <a:t>Key Insight:</a:t>
            </a:r>
          </a:p>
          <a:p>
            <a:r>
              <a:rPr dirty="0"/>
              <a:t>- Revenue depends on top customers and pricing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136</Words>
  <Application>Microsoft Office PowerPoint</Application>
  <PresentationFormat>On-screen Show (4:3)</PresentationFormat>
  <Paragraphs>39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Customer Insights</vt:lpstr>
      <vt:lpstr>Transaction Insights</vt:lpstr>
      <vt:lpstr>Loan &amp; Profitability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Satya Akshintala</cp:lastModifiedBy>
  <cp:revision>2</cp:revision>
  <dcterms:created xsi:type="dcterms:W3CDTF">2013-01-27T09:14:16Z</dcterms:created>
  <dcterms:modified xsi:type="dcterms:W3CDTF">2026-03-21T20:44:40Z</dcterms:modified>
  <cp:category/>
</cp:coreProperties>
</file>